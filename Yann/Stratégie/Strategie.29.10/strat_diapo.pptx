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4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First play with images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Generated automatically with Python 🐍</a:t>
            </a:r>
            <a:r>
              <a:rPr lang="fr-FR"/>
              <a:t> 416719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10</Words>
  <Application>Microsoft Office PowerPoint</Application>
  <PresentationFormat>Affichage à l'écran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First play with images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YANN L HOTELIER</dc:creator>
  <cp:keywords/>
  <dc:description>generated using python-pptx</dc:description>
  <cp:lastModifiedBy>YANN L HOTELIER</cp:lastModifiedBy>
  <cp:revision>2</cp:revision>
  <dcterms:created xsi:type="dcterms:W3CDTF">2013-01-27T09:14:16Z</dcterms:created>
  <dcterms:modified xsi:type="dcterms:W3CDTF">2025-10-29T14:30:31Z</dcterms:modified>
  <cp:category/>
</cp:coreProperties>
</file>